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3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314" r:id="rId3"/>
    <p:sldId id="328" r:id="rId5"/>
    <p:sldId id="327" r:id="rId6"/>
    <p:sldId id="321" r:id="rId7"/>
    <p:sldId id="329" r:id="rId8"/>
    <p:sldId id="316" r:id="rId9"/>
    <p:sldId id="320" r:id="rId10"/>
    <p:sldId id="330" r:id="rId11"/>
    <p:sldId id="331" r:id="rId12"/>
    <p:sldId id="332" r:id="rId13"/>
    <p:sldId id="333" r:id="rId14"/>
    <p:sldId id="334" r:id="rId15"/>
    <p:sldId id="317" r:id="rId16"/>
    <p:sldId id="335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howGuides="1">
      <p:cViewPr varScale="1">
        <p:scale>
          <a:sx n="59" d="100"/>
          <a:sy n="59" d="100"/>
        </p:scale>
        <p:origin x="892" y="5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microsoft.com/office/2018/10/relationships/authors" Target="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0.svg"/><Relationship Id="rId4" Type="http://schemas.openxmlformats.org/officeDocument/2006/relationships/image" Target="../media/image17.png"/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svg"/><Relationship Id="rId4" Type="http://schemas.openxmlformats.org/officeDocument/2006/relationships/image" Target="../media/image15.png"/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pic>
        <p:nvPicPr>
          <p:cNvPr id="7" name="Graphic 6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>
            <a:fillRect/>
          </a:stretch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>
            <a:fillRect/>
          </a:stretch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>
            <a:fillRect/>
          </a:stretch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>
            <a:fillRect/>
          </a:stretch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-1" fmla="*/ 0 w 6116320"/>
              <a:gd name="connsiteY0-2" fmla="*/ 0 h 6880225"/>
              <a:gd name="connsiteX1-3" fmla="*/ 6116320 w 6116320"/>
              <a:gd name="connsiteY1-4" fmla="*/ 0 h 6880225"/>
              <a:gd name="connsiteX2-5" fmla="*/ 6116320 w 6116320"/>
              <a:gd name="connsiteY2-6" fmla="*/ 6880225 h 6880225"/>
              <a:gd name="connsiteX3-7" fmla="*/ 2052320 w 6116320"/>
              <a:gd name="connsiteY3-8" fmla="*/ 6880225 h 6880225"/>
              <a:gd name="connsiteX4-9" fmla="*/ 0 w 6116320"/>
              <a:gd name="connsiteY4-10" fmla="*/ 0 h 68802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>
            <a:fillRect/>
          </a:stretch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-1" fmla="*/ 0 w 6096000"/>
              <a:gd name="connsiteY0-2" fmla="*/ 0 h 6858000"/>
              <a:gd name="connsiteX1-3" fmla="*/ 6096000 w 6096000"/>
              <a:gd name="connsiteY1-4" fmla="*/ 0 h 6858000"/>
              <a:gd name="connsiteX2-5" fmla="*/ 4053840 w 6096000"/>
              <a:gd name="connsiteY2-6" fmla="*/ 6858000 h 6858000"/>
              <a:gd name="connsiteX3-7" fmla="*/ 0 w 6096000"/>
              <a:gd name="connsiteY3-8" fmla="*/ 6858000 h 6858000"/>
              <a:gd name="connsiteX4-9" fmla="*/ 0 w 6096000"/>
              <a:gd name="connsiteY4-1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>
            <a:fillRect/>
          </a:stretch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>
            <a:fillRect/>
          </a:stretch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-1" fmla="*/ 0 w 6096000"/>
              <a:gd name="connsiteY0-2" fmla="*/ 0 h 6858000"/>
              <a:gd name="connsiteX1-3" fmla="*/ 4053840 w 6096000"/>
              <a:gd name="connsiteY1-4" fmla="*/ 0 h 6858000"/>
              <a:gd name="connsiteX2-5" fmla="*/ 6096000 w 6096000"/>
              <a:gd name="connsiteY2-6" fmla="*/ 6858000 h 6858000"/>
              <a:gd name="connsiteX3-7" fmla="*/ 0 w 6096000"/>
              <a:gd name="connsiteY3-8" fmla="*/ 6858000 h 6858000"/>
              <a:gd name="connsiteX4-9" fmla="*/ 0 w 6096000"/>
              <a:gd name="connsiteY4-10" fmla="*/ 0 h 6858000"/>
              <a:gd name="connsiteX0-11" fmla="*/ 586 w 6096586"/>
              <a:gd name="connsiteY0-12" fmla="*/ 0 h 6858000"/>
              <a:gd name="connsiteX1-13" fmla="*/ 4054426 w 6096586"/>
              <a:gd name="connsiteY1-14" fmla="*/ 0 h 6858000"/>
              <a:gd name="connsiteX2-15" fmla="*/ 6096586 w 6096586"/>
              <a:gd name="connsiteY2-16" fmla="*/ 6858000 h 6858000"/>
              <a:gd name="connsiteX3-17" fmla="*/ 586 w 6096586"/>
              <a:gd name="connsiteY3-18" fmla="*/ 6858000 h 6858000"/>
              <a:gd name="connsiteX4-19" fmla="*/ 586 w 6096586"/>
              <a:gd name="connsiteY4-20" fmla="*/ 3669792 h 6858000"/>
              <a:gd name="connsiteX5" fmla="*/ 586 w 6096586"/>
              <a:gd name="connsiteY5" fmla="*/ 0 h 6858000"/>
              <a:gd name="connsiteX0-21" fmla="*/ 0 w 6096000"/>
              <a:gd name="connsiteY0-22" fmla="*/ 0 h 6858000"/>
              <a:gd name="connsiteX1-23" fmla="*/ 4053840 w 6096000"/>
              <a:gd name="connsiteY1-24" fmla="*/ 0 h 6858000"/>
              <a:gd name="connsiteX2-25" fmla="*/ 6096000 w 6096000"/>
              <a:gd name="connsiteY2-26" fmla="*/ 6858000 h 6858000"/>
              <a:gd name="connsiteX3-27" fmla="*/ 950976 w 6096000"/>
              <a:gd name="connsiteY3-28" fmla="*/ 6858000 h 6858000"/>
              <a:gd name="connsiteX4-29" fmla="*/ 0 w 6096000"/>
              <a:gd name="connsiteY4-30" fmla="*/ 3669792 h 6858000"/>
              <a:gd name="connsiteX5-31" fmla="*/ 0 w 6096000"/>
              <a:gd name="connsiteY5-32" fmla="*/ 0 h 6858000"/>
              <a:gd name="connsiteX0-33" fmla="*/ 0 w 6096000"/>
              <a:gd name="connsiteY0-34" fmla="*/ 0 h 6858000"/>
              <a:gd name="connsiteX1-35" fmla="*/ 4053840 w 6096000"/>
              <a:gd name="connsiteY1-36" fmla="*/ 0 h 6858000"/>
              <a:gd name="connsiteX2-37" fmla="*/ 6096000 w 6096000"/>
              <a:gd name="connsiteY2-38" fmla="*/ 6858000 h 6858000"/>
              <a:gd name="connsiteX3-39" fmla="*/ 950976 w 6096000"/>
              <a:gd name="connsiteY3-40" fmla="*/ 6858000 h 6858000"/>
              <a:gd name="connsiteX4-41" fmla="*/ 0 w 6096000"/>
              <a:gd name="connsiteY4-42" fmla="*/ 3669792 h 6858000"/>
              <a:gd name="connsiteX5-43" fmla="*/ 0 w 6096000"/>
              <a:gd name="connsiteY5-44" fmla="*/ 0 h 6858000"/>
              <a:gd name="connsiteX0-45" fmla="*/ 0 w 6096000"/>
              <a:gd name="connsiteY0-46" fmla="*/ 0 h 6858000"/>
              <a:gd name="connsiteX1-47" fmla="*/ 4053840 w 6096000"/>
              <a:gd name="connsiteY1-48" fmla="*/ 0 h 6858000"/>
              <a:gd name="connsiteX2-49" fmla="*/ 6096000 w 6096000"/>
              <a:gd name="connsiteY2-50" fmla="*/ 6858000 h 6858000"/>
              <a:gd name="connsiteX3-51" fmla="*/ 950976 w 6096000"/>
              <a:gd name="connsiteY3-52" fmla="*/ 6858000 h 6858000"/>
              <a:gd name="connsiteX4-53" fmla="*/ 0 w 6096000"/>
              <a:gd name="connsiteY4-54" fmla="*/ 3669792 h 6858000"/>
              <a:gd name="connsiteX5-55" fmla="*/ 0 w 6096000"/>
              <a:gd name="connsiteY5-56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>
            <a:fillRect/>
          </a:stretch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>
            <a:fillRect/>
          </a:stretch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>
            <a:fillRect/>
          </a:stretch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>
            <a:fillRect/>
          </a:stretch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>
            <a:fillRect/>
          </a:stretch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-1" fmla="*/ 2024742 w 6115050"/>
              <a:gd name="connsiteY0-2" fmla="*/ 0 h 6858000"/>
              <a:gd name="connsiteX1-3" fmla="*/ 6115050 w 6115050"/>
              <a:gd name="connsiteY1-4" fmla="*/ 0 h 6858000"/>
              <a:gd name="connsiteX2-5" fmla="*/ 6115050 w 6115050"/>
              <a:gd name="connsiteY2-6" fmla="*/ 6858000 h 6858000"/>
              <a:gd name="connsiteX3-7" fmla="*/ 0 w 6115050"/>
              <a:gd name="connsiteY3-8" fmla="*/ 6858000 h 6858000"/>
              <a:gd name="connsiteX4-9" fmla="*/ 2024742 w 6115050"/>
              <a:gd name="connsiteY4-10" fmla="*/ 0 h 6858000"/>
              <a:gd name="connsiteX0-11" fmla="*/ 2024742 w 6115050"/>
              <a:gd name="connsiteY0-12" fmla="*/ 0 h 6858000"/>
              <a:gd name="connsiteX1-13" fmla="*/ 6115050 w 6115050"/>
              <a:gd name="connsiteY1-14" fmla="*/ 0 h 6858000"/>
              <a:gd name="connsiteX2-15" fmla="*/ 6115050 w 6115050"/>
              <a:gd name="connsiteY2-16" fmla="*/ 3603171 h 6858000"/>
              <a:gd name="connsiteX3-17" fmla="*/ 6115050 w 6115050"/>
              <a:gd name="connsiteY3-18" fmla="*/ 6858000 h 6858000"/>
              <a:gd name="connsiteX4-19" fmla="*/ 0 w 6115050"/>
              <a:gd name="connsiteY4-20" fmla="*/ 6858000 h 6858000"/>
              <a:gd name="connsiteX5" fmla="*/ 2024742 w 6115050"/>
              <a:gd name="connsiteY5" fmla="*/ 0 h 6858000"/>
              <a:gd name="connsiteX0-21" fmla="*/ 2024742 w 6115050"/>
              <a:gd name="connsiteY0-22" fmla="*/ 0 h 6868886"/>
              <a:gd name="connsiteX1-23" fmla="*/ 6115050 w 6115050"/>
              <a:gd name="connsiteY1-24" fmla="*/ 0 h 6868886"/>
              <a:gd name="connsiteX2-25" fmla="*/ 6115050 w 6115050"/>
              <a:gd name="connsiteY2-26" fmla="*/ 3603171 h 6868886"/>
              <a:gd name="connsiteX3-27" fmla="*/ 5157107 w 6115050"/>
              <a:gd name="connsiteY3-28" fmla="*/ 6868886 h 6868886"/>
              <a:gd name="connsiteX4-29" fmla="*/ 0 w 6115050"/>
              <a:gd name="connsiteY4-30" fmla="*/ 6858000 h 6868886"/>
              <a:gd name="connsiteX5-31" fmla="*/ 2024742 w 6115050"/>
              <a:gd name="connsiteY5-32" fmla="*/ 0 h 68688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>
            <a:fillRect/>
          </a:stretch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>
            <a:fillRect/>
          </a:stretch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Table Placeholder 12"/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>
            <a:fillRect/>
          </a:stretch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>
            <a:fillRect/>
          </a:stretch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>
            <a:fillRect/>
          </a:stretch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0" hasCustomPrompt="1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2.sv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773681"/>
            <a:ext cx="7198360" cy="3200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957" y="1360084"/>
            <a:ext cx="10363201" cy="162960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679677" y="2989685"/>
            <a:ext cx="4992709" cy="3747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Khadija Ashraf (24-se-040)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 Ghafoor (24-se-082)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Hassam (24-se-046)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Saad Faisal (24-se-115)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132" y="2400028"/>
            <a:ext cx="9653735" cy="250942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project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recipe book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93486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914398" y="1299990"/>
            <a:ext cx="10439401" cy="4494882"/>
          </a:xfrm>
        </p:spPr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This project aims to achieve several key educational and practical goals: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Reinforce fundamental Java concepts, including classes and objects, abstraction, inheritance, polymorphism, and encapsulation, by applying them to real-world scenarios.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Showcase the design and implementation of a multi-class application using object-oriented programming principles.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Demonstrate effective data management through file input/output operations, enabling us to understand how to read from and write to text files.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Illustrate the development of graphical user interfaces (GUIs) using Java Swing, incorporating panels, layouts, buttons, and text fields to create interactive applications.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Teach us how to handle exceptions using try-catch blocks, ensuring robust error handling and user-friendly feedback.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280" y="738130"/>
            <a:ext cx="9808757" cy="77118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concepts used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45281" y="1633603"/>
            <a:ext cx="9808757" cy="4888383"/>
          </a:xfrm>
        </p:spPr>
        <p:txBody>
          <a:bodyPr>
            <a:normAutofit/>
          </a:bodyPr>
          <a:lstStyle/>
          <a:p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This project strongly demonstrates the main principles of object-oriented programming.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Classes and Objects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Abstraction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Polymorphism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Inheritance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Encapsulation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File handling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Exception Handling with try-catch</a:t>
            </a:r>
            <a:endParaRPr lang="en-US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GUI Usage and Features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83" y="1082347"/>
            <a:ext cx="5181600" cy="26964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OUTPUT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72344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SCREEN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2225406" y="1465262"/>
            <a:ext cx="7249099" cy="4296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218" y="726745"/>
            <a:ext cx="9929942" cy="77154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MENU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2511846" y="1729648"/>
            <a:ext cx="6918593" cy="4594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385" y="446314"/>
            <a:ext cx="10419972" cy="94181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RECIPE PANEL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2170324" y="1388126"/>
            <a:ext cx="8075364" cy="4858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465" y="365125"/>
            <a:ext cx="6642571" cy="75859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 PANEL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1545465" y="1344059"/>
            <a:ext cx="7334130" cy="4823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513" y="375284"/>
            <a:ext cx="7414352" cy="83657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saved recipe panel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1764307" y="1573557"/>
            <a:ext cx="7912106" cy="4386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598" y="375285"/>
            <a:ext cx="6356732" cy="7704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(recipes.txt)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0"/>
          </p:nvPr>
        </p:nvPicPr>
        <p:blipFill>
          <a:blip r:embed="rId1"/>
          <a:stretch>
            <a:fillRect/>
          </a:stretch>
        </p:blipFill>
        <p:spPr>
          <a:xfrm>
            <a:off x="1696598" y="1366093"/>
            <a:ext cx="7436385" cy="4913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2850" y="250615"/>
            <a:ext cx="8052301" cy="72748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0"/>
          </p:nvPr>
        </p:nvSpPr>
        <p:spPr bwMode="auto">
          <a:xfrm>
            <a:off x="1300985" y="1058423"/>
            <a:ext cx="863623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Account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dynamic registration and login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recipe collections per user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Features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by ingredient, cuisine, recipe type, or dietary preference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dropdowns and checkboxes for filters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Recipe Display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recipes in card layouts with styled fonts and borders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upload dish images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text file with database (e.g., SQLite/MySQL)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user and recipe data in tables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better data organization and multi-user support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and Delete Recipes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features to modify or remove saved recipes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 and Print Options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 recipes to PDF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direct printing for kitchen use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70167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14399" y="1216704"/>
            <a:ext cx="8697688" cy="5184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Smart Recipe Box project successfully demonstrates the integration of core object-oriented programming concepts such as abstraction, inheritance, polymorphism, and encapsulation in a real-world application. Through the use of classes like Recipe, Dessert, and Cuisine, we were able to create a scalable and extensible design that organizes recipe data efficiently. The implementation of a graphical user interface (GUI) using Java Swing made the application more user-friendly, with features such as login authentication, styled components with borders, readable fonts, and clearly structured input sections. Additionally, file handling was incorporated to ensure that user-added recipes are persistently stored in a text file, even after the application is closed. The use of the try-catch mechanism helped in managing potential input/output errors, making the application robust and reliable. From a learning perspective, this project not only enhances students' practical skills in Java programming but also introduces them to the real-time challenges of software design, user interaction, and data storage. With proposed future enhancements like database support, user accounts, search filters, and mobile versions, the project lays a strong foundation for developing a fully functional, intelligent recipe management system.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/>
</ds:datastoreItem>
</file>

<file path=customXml/itemProps2.xml><?xml version="1.0" encoding="utf-8"?>
<ds:datastoreItem xmlns:ds="http://schemas.openxmlformats.org/officeDocument/2006/customXml" ds:itemID="{B7B39BD0-040C-43BE-B0E4-512B09E8003F}">
  <ds:schemaRefs/>
</ds:datastoreItem>
</file>

<file path=customXml/itemProps3.xml><?xml version="1.0" encoding="utf-8"?>
<ds:datastoreItem xmlns:ds="http://schemas.openxmlformats.org/officeDocument/2006/customXml" ds:itemID="{AB045227-5724-4DBF-9712-031B1BFB2C3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3360</Words>
  <Application>WPS Presentation</Application>
  <PresentationFormat>Widescreen</PresentationFormat>
  <Paragraphs>79</Paragraphs>
  <Slides>15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Tenorite</vt:lpstr>
      <vt:lpstr>SWAstro</vt:lpstr>
      <vt:lpstr>Custom</vt:lpstr>
      <vt:lpstr>OBJECT ORIENTED PROGRAMMING    bsse 2nd semester </vt:lpstr>
      <vt:lpstr>Presented by</vt:lpstr>
      <vt:lpstr>Title of project  Smart recipe book  </vt:lpstr>
      <vt:lpstr>Objectives</vt:lpstr>
      <vt:lpstr>Programming concepts used</vt:lpstr>
      <vt:lpstr>GUI OUTPUT</vt:lpstr>
      <vt:lpstr>LOGIN SCREEN</vt:lpstr>
      <vt:lpstr>MAIN MENU</vt:lpstr>
      <vt:lpstr>ADD RECIPE PANEL</vt:lpstr>
      <vt:lpstr>RECIPE PANEL</vt:lpstr>
      <vt:lpstr>View saved recipe panel</vt:lpstr>
      <vt:lpstr>File (recipes.txt)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Khadija Ashraf</dc:creator>
  <cp:lastModifiedBy>KHADIJA ASHRAF</cp:lastModifiedBy>
  <cp:revision>4</cp:revision>
  <dcterms:created xsi:type="dcterms:W3CDTF">2025-06-14T11:02:00Z</dcterms:created>
  <dcterms:modified xsi:type="dcterms:W3CDTF">2026-06-27T11:34:07Z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EF48CE83B4A7497C8803BC7BCF06EAD9_12</vt:lpwstr>
  </property>
  <property fmtid="{D5CDD505-2E9C-101B-9397-08002B2CF9AE}" pid="4" name="KSOProductBuildVer">
    <vt:lpwstr>2057-12.2.0.23203</vt:lpwstr>
  </property>
</Properties>
</file>